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920240" cy="19202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3" name="Shape 1"/>
          <p:cNvSpPr/>
          <p:nvPr/>
        </p:nvSpPr>
        <p:spPr>
          <a:xfrm>
            <a:off x="10378440" y="1234440"/>
            <a:ext cx="731520" cy="731520"/>
          </a:xfrm>
          <a:prstGeom prst="ellipse">
            <a:avLst/>
          </a:prstGeom>
          <a:solidFill>
            <a:srgbClr val="FAF7F5"/>
          </a:solidFill>
          <a:ln/>
        </p:spPr>
      </p:sp>
      <p:sp>
        <p:nvSpPr>
          <p:cNvPr id="4" name="Shape 2"/>
          <p:cNvSpPr/>
          <p:nvPr/>
        </p:nvSpPr>
        <p:spPr>
          <a:xfrm>
            <a:off x="9098280" y="2331720"/>
            <a:ext cx="457200" cy="457200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CODE FOR COMMUNITIES 2ND EDITION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EchoStock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becomes real-time stock data.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predicts the next outbreak.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200400" cy="0"/>
          </a:xfrm>
          <a:prstGeom prst="line">
            <a:avLst/>
          </a:prstGeom>
          <a:noFill/>
          <a:ln w="25400">
            <a:solidFill>
              <a:srgbClr val="B741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Kryxen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 Abijith UK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3 — Smart Health &amp; Supply Chain Resilience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Stock data arrives too late to help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9933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have no time to log stock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5059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 workers are busy. Data entry gets skipped.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3192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show up late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7764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only see a gap once shelves are empty.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6451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warning before a crisis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51023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predicts a demand spike before it hits.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 the data source, not the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5212080" cy="402336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approach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292608" cy="292608"/>
          </a:xfrm>
          <a:prstGeom prst="ellipse">
            <a:avLst/>
          </a:prstGeom>
          <a:solidFill>
            <a:srgbClr val="3A415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clean data exists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3611880"/>
            <a:ext cx="292608" cy="292608"/>
          </a:xfrm>
          <a:prstGeom prst="ellipse">
            <a:avLst/>
          </a:prstGeom>
          <a:solidFill>
            <a:srgbClr val="3A415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more dashboard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480560"/>
            <a:ext cx="292608" cy="292608"/>
          </a:xfrm>
          <a:prstGeom prst="ellipse">
            <a:avLst/>
          </a:prstGeom>
          <a:solidFill>
            <a:srgbClr val="3A415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453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after shortages appear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1920240"/>
            <a:ext cx="5257800" cy="4023360"/>
          </a:xfrm>
          <a:prstGeom prst="rect">
            <a:avLst/>
          </a:prstGeom>
          <a:solidFill>
            <a:srgbClr val="B7410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37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EchoStock does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37960" y="2743200"/>
            <a:ext cx="292608" cy="292608"/>
          </a:xfrm>
          <a:prstGeom prst="ellipse">
            <a:avLst/>
          </a:prstGeom>
          <a:solidFill>
            <a:srgbClr val="D971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3796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2715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stock from a WhatsApp photo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37960" y="3611880"/>
            <a:ext cx="292608" cy="292608"/>
          </a:xfrm>
          <a:prstGeom prst="ellipse">
            <a:avLst/>
          </a:prstGeom>
          <a:solidFill>
            <a:srgbClr val="D9714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379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95160" y="35844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into a health worker's day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37960" y="4480560"/>
            <a:ext cx="292608" cy="292608"/>
          </a:xfrm>
          <a:prstGeom prst="ellipse">
            <a:avLst/>
          </a:prstGeom>
          <a:solidFill>
            <a:srgbClr val="D971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37960" y="4480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95160" y="4453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outbreak before it starts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ideas, one resilient network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5212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photo, get stock data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3154680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sent over WhatsApp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657600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shelf stock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4160520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087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app to learn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846320"/>
            <a:ext cx="4663440" cy="0"/>
          </a:xfrm>
          <a:prstGeom prst="line">
            <a:avLst/>
          </a:prstGeom>
          <a:noFill/>
          <a:ln w="12700">
            <a:solidFill>
              <a:srgbClr val="E5E1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real bottleneck: data that never arrives.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17920" y="1965960"/>
            <a:ext cx="5212080" cy="4160520"/>
          </a:xfrm>
          <a:prstGeom prst="rect">
            <a:avLst/>
          </a:prstGeom>
          <a:solidFill>
            <a:srgbClr val="252A33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0" y="2286000"/>
            <a:ext cx="548640" cy="5486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sees outbreaks early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92240" y="3154680"/>
            <a:ext cx="91440" cy="9144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720840" y="3081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PHC network live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92240" y="3657600"/>
            <a:ext cx="91440" cy="9144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720840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'what if' outbreak scenarios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92240" y="4160520"/>
            <a:ext cx="91440" cy="9144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20840" y="4087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stock moves ahead of need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92240" y="4846320"/>
            <a:ext cx="4663440" cy="0"/>
          </a:xfrm>
          <a:prstGeom prst="line">
            <a:avLst/>
          </a:prstGeom>
          <a:noFill/>
          <a:ln w="12700">
            <a:solidFill>
              <a:srgbClr val="3A41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922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team from reacting to planning ahead.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one photo to a fix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4440" y="2286000"/>
            <a:ext cx="731520" cy="731520"/>
          </a:xfrm>
          <a:prstGeom prst="ellipse">
            <a:avLst/>
          </a:prstGeom>
          <a:solidFill>
            <a:srgbClr val="252A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34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photographs the shelf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578608" y="2395728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74720" y="2286000"/>
            <a:ext cx="731520" cy="731520"/>
          </a:xfrm>
          <a:prstGeom prst="ellipse">
            <a:avLst/>
          </a:prstGeom>
          <a:solidFill>
            <a:srgbClr val="252A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747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88036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counts the stock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18888" y="2395728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252A3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715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checks outbreak risk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059168" y="2395728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955280" y="2286000"/>
            <a:ext cx="731520" cy="731520"/>
          </a:xfrm>
          <a:prstGeom prst="ellipse">
            <a:avLst/>
          </a:prstGeom>
          <a:solidFill>
            <a:srgbClr val="252A3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9552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flags at-risk PHCs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299448" y="2395728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195560" y="2286000"/>
            <a:ext cx="731520" cy="73152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1955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9601200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555480" y="3611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moves before it runs out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144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gets smarter with use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feeds the model. More use means sharper forecasts nationwide.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on Google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3429000" cy="384048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547872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114800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041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model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4681728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608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89120" y="1965960"/>
            <a:ext cx="3429000" cy="384048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2240280"/>
            <a:ext cx="457200" cy="45720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634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663440" y="3547872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9204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forecasts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4114800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92040" y="4041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engine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4681728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92040" y="4608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data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38160" y="1965960"/>
            <a:ext cx="3429000" cy="384048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27" name="Shape 24"/>
          <p:cNvSpPr/>
          <p:nvPr/>
        </p:nvSpPr>
        <p:spPr>
          <a:xfrm>
            <a:off x="8412480" y="2240280"/>
            <a:ext cx="457200" cy="45720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412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8412480" y="3547872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641080" y="3474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live sync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412480" y="4114800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641080" y="4041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412480" y="4681728"/>
            <a:ext cx="91440" cy="9144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641080" y="4608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alerts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6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for India's scale, day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194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41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1.6L+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17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across India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194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41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017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devices needed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1965960"/>
            <a:ext cx="3429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2194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41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Offline-First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0175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weak signal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206240"/>
            <a:ext cx="10881360" cy="1874520"/>
          </a:xfrm>
          <a:prstGeom prst="rect">
            <a:avLst/>
          </a:prstGeom>
          <a:solidFill>
            <a:srgbClr val="252A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scales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4892040"/>
            <a:ext cx="91440" cy="9144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43000" y="4818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PHC already has a phone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5276088"/>
            <a:ext cx="91440" cy="9144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43000" y="52029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hardware rollout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4400" y="5660136"/>
            <a:ext cx="91440" cy="91440"/>
          </a:xfrm>
          <a:prstGeom prst="ellipse">
            <a:avLst/>
          </a:prstGeom>
          <a:solidFill>
            <a:srgbClr val="E9C9B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43000" y="55869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one district at a time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Sep 12 to Demo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685800"/>
            <a:ext cx="1051560" cy="1051560"/>
          </a:xfrm>
          <a:prstGeom prst="ellipse">
            <a:avLst/>
          </a:prstGeom>
          <a:solidFill>
            <a:srgbClr val="B7410E"/>
          </a:solidFill>
          <a:ln/>
        </p:spPr>
      </p:sp>
      <p:pic>
        <p:nvPicPr>
          <p:cNvPr id="5" name="Image 0" descr="icon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2214" y="938174"/>
            <a:ext cx="546811" cy="5468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23060" y="1828800"/>
            <a:ext cx="640080" cy="640080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230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WhatsApp intake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7700" y="1828800"/>
            <a:ext cx="640080" cy="64008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577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digital twin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292340" y="1828800"/>
            <a:ext cx="640080" cy="640080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923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and test end-to-end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126980" y="1828800"/>
            <a:ext cx="640080" cy="640080"/>
          </a:xfrm>
          <a:prstGeom prst="ellipse">
            <a:avLst/>
          </a:prstGeom>
          <a:solidFill>
            <a:srgbClr val="2E344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1269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6974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and submit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3794760"/>
            <a:ext cx="10881360" cy="2377440"/>
          </a:xfrm>
          <a:prstGeom prst="rect">
            <a:avLst/>
          </a:prstGeom>
          <a:solidFill>
            <a:srgbClr val="2E344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Kryxen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B7410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440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Abijith UK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14400" y="5257800"/>
            <a:ext cx="10332720" cy="0"/>
          </a:xfrm>
          <a:prstGeom prst="line">
            <a:avLst/>
          </a:prstGeom>
          <a:noFill/>
          <a:ln w="12700">
            <a:solidFill>
              <a:srgbClr val="3A41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9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EchoStock turns every worker's phone into a sensor for a stronger health system.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KRYXEN  |  ECHOSTOCK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2026-09-12T15:25:36Z</dcterms:created>
  <dcterms:modified xsi:type="dcterms:W3CDTF">2026-09-12T15:25:36Z</dcterms:modified>
</cp:coreProperties>
</file>